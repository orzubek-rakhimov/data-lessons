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code.visualstudio.com/" TargetMode="External"/><Relationship Id="rId1" Type="http://schemas.openxmlformats.org/officeDocument/2006/relationships/hyperlink" Target="https://www.python.org/downloads/windows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Python ga kirish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Agenda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Warm-up &amp; Orientation</a:t>
            </a:r>
            <a:endParaRPr lang="en-US" altLang="en-US"/>
          </a:p>
          <a:p>
            <a:r>
              <a:rPr lang="en-US"/>
              <a:t>Programmalash nima?</a:t>
            </a:r>
            <a:endParaRPr lang="en-US"/>
          </a:p>
          <a:p>
            <a:r>
              <a:rPr lang="en-US"/>
              <a:t>Backend nima?</a:t>
            </a:r>
            <a:endParaRPr lang="en-US"/>
          </a:p>
          <a:p>
            <a:r>
              <a:rPr lang="en-US"/>
              <a:t>Python nima?</a:t>
            </a:r>
            <a:endParaRPr lang="en-US"/>
          </a:p>
          <a:p>
            <a:r>
              <a:rPr lang="en-US"/>
              <a:t>Python qayerda qo’llaniladi?(web,bots,automation)</a:t>
            </a:r>
            <a:endParaRPr lang="en-US"/>
          </a:p>
          <a:p>
            <a:r>
              <a:rPr lang="en-US"/>
              <a:t>Nima uchun python?</a:t>
            </a:r>
            <a:endParaRPr lang="en-US"/>
          </a:p>
          <a:p>
            <a:r>
              <a:rPr lang="en-US"/>
              <a:t>Env setup </a:t>
            </a:r>
            <a:endParaRPr lang="en-US"/>
          </a:p>
          <a:p>
            <a:r>
              <a:rPr lang="en-US" altLang="en-US"/>
              <a:t>Birinchi dasturlash kontseptsiyasi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Warm-up &amp; Orientation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Kim oldin qodlagan?</a:t>
            </a:r>
            <a:endParaRPr lang="en-US"/>
          </a:p>
          <a:p>
            <a:r>
              <a:rPr lang="en-US"/>
              <a:t>Kim yangi?</a:t>
            </a:r>
            <a:endParaRPr lang="en-US"/>
          </a:p>
          <a:p>
            <a:r>
              <a:rPr lang="en-US"/>
              <a:t>6 oyda qayerda bo’lamz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Programmalash nima?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Dasturlash - bu kompyuterga muammolarni avtomatik ravishda hal qilish uchun ko'rsatmalar berishdir.</a:t>
            </a:r>
            <a:endParaRPr lang="en-US" altLang="en-US"/>
          </a:p>
          <a:p>
            <a:r>
              <a:rPr lang="en-US" altLang="en-US"/>
              <a:t>Odamlar vazifalarni qo'lda bajaradilar</a:t>
            </a:r>
            <a:endParaRPr lang="en-US" altLang="en-US"/>
          </a:p>
          <a:p>
            <a:r>
              <a:rPr lang="en-US" altLang="en-US"/>
              <a:t>Kompyuterlar vazifalarni tez va xatosiz takrorlaydilar</a:t>
            </a:r>
            <a:endParaRPr lang="en-US" altLang="en-US"/>
          </a:p>
          <a:p>
            <a:r>
              <a:rPr lang="en-US" altLang="en-US"/>
              <a:t>Dasturlash kod yozish emas — bu mantiqiy fikrlashdir.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Backend nima?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/>
          </a:bodyPr>
          <a:p>
            <a:r>
              <a:rPr lang="en-US" altLang="en-US"/>
              <a:t>Backend - bu dasturning sahna ortida ishlaydigan qismi.</a:t>
            </a:r>
            <a:endParaRPr lang="en-US" altLang="en-US"/>
          </a:p>
          <a:p>
            <a:r>
              <a:rPr lang="en-US" altLang="en-US"/>
              <a:t>User → Frontend → Backend → Database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Frontend → foydalanuvchilar nimani ko'rishadi</a:t>
            </a:r>
            <a:endParaRPr lang="en-US" altLang="en-US"/>
          </a:p>
          <a:p>
            <a:r>
              <a:rPr lang="en-US" altLang="en-US"/>
              <a:t>Backend → mantiq, qoidalar, ma'lumotlar</a:t>
            </a:r>
            <a:endParaRPr lang="en-US" altLang="en-US"/>
          </a:p>
          <a:p>
            <a:r>
              <a:rPr lang="en-US" altLang="en-US"/>
              <a:t>Ma'lumotlar bazasi → ma'lumotlarni saqlaydi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Foydalanuvchilar hech qachon orqa(backend) qismni ko'rmaydilar, lekin hamma narsa shunga bog'liq.</a:t>
            </a:r>
            <a:endParaRPr lang="en-US" altLang="en-US"/>
          </a:p>
          <a:p>
            <a:r>
              <a:rPr lang="en-US" altLang="en-US"/>
              <a:t>Real example (Instagram):</a:t>
            </a:r>
            <a:endParaRPr lang="en-US" altLang="en-US"/>
          </a:p>
          <a:p>
            <a:pPr lvl="1"/>
            <a:r>
              <a:rPr lang="en-US" altLang="en-US"/>
              <a:t>Backend decides:</a:t>
            </a:r>
            <a:endParaRPr lang="en-US" altLang="en-US"/>
          </a:p>
          <a:p>
            <a:pPr lvl="1"/>
            <a:r>
              <a:rPr lang="en-US" altLang="en-US"/>
              <a:t>Who can like</a:t>
            </a:r>
            <a:endParaRPr lang="en-US" altLang="en-US"/>
          </a:p>
          <a:p>
            <a:pPr lvl="1"/>
            <a:r>
              <a:rPr lang="en-US" altLang="en-US"/>
              <a:t>Who can comment</a:t>
            </a:r>
            <a:endParaRPr lang="en-US" altLang="en-US"/>
          </a:p>
          <a:p>
            <a:pPr lvl="1"/>
            <a:r>
              <a:rPr lang="en-US" altLang="en-US"/>
              <a:t>What posts you see</a:t>
            </a:r>
            <a:endParaRPr lang="en-US" altLang="en-US"/>
          </a:p>
          <a:p>
            <a:pPr lvl="1"/>
            <a:r>
              <a:rPr lang="en-US" altLang="en-US"/>
              <a:t>Saves data securely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Python nima?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Python - bu o’zining oddiy sintaksisi bilan mashhur bo'lgan yuqori darajadagi, o'qilishi oson, umumiy maqsadli dasturlash tili bo'lib, uni yangi boshlovchilar uchun juda yaxshi va web-app ishlab chiqish, ma'lumotlar bn (data scienece), AI, avtomatlashtirish va dasturiy ta'minotni ishlab chiqish kabi vazifalar uchun ko'p qo’llaniladi, bir nechta dasturlash uslublarini (ob'ektga yo'naltirilgan, funktsional) qo'llab-quvvatlaydi va turli platformalarda ishlaydi.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Python nima?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en-US" altLang="en-US"/>
              <a:t>Readability: Syntax is clean and similar to English, reducing code maintenance.</a:t>
            </a:r>
            <a:endParaRPr lang="en-US" altLang="en-US"/>
          </a:p>
          <a:p>
            <a:r>
              <a:rPr lang="en-US" altLang="en-US"/>
              <a:t>Versatility: Used for web, software, data analysis, machine learning, scripting, and more.</a:t>
            </a:r>
            <a:endParaRPr lang="en-US" altLang="en-US"/>
          </a:p>
          <a:p>
            <a:r>
              <a:rPr lang="en-US" altLang="en-US"/>
              <a:t>Beginner-Friendly: Often the first language taught in computer science due to its simplicity</a:t>
            </a:r>
            <a:endParaRPr lang="en-US" altLang="en-US"/>
          </a:p>
          <a:p>
            <a:r>
              <a:rPr lang="en-US" altLang="en-US"/>
              <a:t>Interpreted: Code runs line-by-line, speeding up the edit-test-debug cycle.</a:t>
            </a:r>
            <a:endParaRPr lang="en-US" altLang="en-US"/>
          </a:p>
          <a:p>
            <a:r>
              <a:rPr lang="en-US" altLang="en-US"/>
              <a:t>Object-Oriented: Supports object-oriented programming (OOP).</a:t>
            </a:r>
            <a:endParaRPr lang="en-US" altLang="en-US"/>
          </a:p>
          <a:p>
            <a:r>
              <a:rPr lang="en-US" altLang="en-US"/>
              <a:t>Extensive Libraries: Has a vast standard library and third-party packages (like Pandas for data).</a:t>
            </a:r>
            <a:endParaRPr lang="en-US" altLang="en-US"/>
          </a:p>
          <a:p>
            <a:r>
              <a:rPr lang="en-US" altLang="en-US"/>
              <a:t>Cross-Platform: Runs on Windows, macOS, Linux, etc.. 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Python qayerda qo’llaniladi?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5000"/>
          </a:bodyPr>
          <a:p>
            <a:pPr marL="0" indent="0">
              <a:buNone/>
            </a:pPr>
            <a:r>
              <a:rPr lang="en-US" altLang="en-US" sz="2000"/>
              <a:t>Web Development</a:t>
            </a:r>
            <a:endParaRPr lang="en-US" altLang="en-US" sz="2000"/>
          </a:p>
          <a:p>
            <a:r>
              <a:rPr lang="en-US" altLang="en-US" sz="2000"/>
              <a:t>Websites &amp; APIs</a:t>
            </a:r>
            <a:endParaRPr lang="en-US" altLang="en-US" sz="2000"/>
          </a:p>
          <a:p>
            <a:r>
              <a:rPr lang="en-US" altLang="en-US" sz="2000"/>
              <a:t>Django, Flask, FastAPI</a:t>
            </a:r>
            <a:endParaRPr lang="en-US" altLang="en-US" sz="2000"/>
          </a:p>
          <a:p>
            <a:r>
              <a:rPr lang="en-US" altLang="en-US" sz="2000"/>
              <a:t>Examples:</a:t>
            </a:r>
            <a:endParaRPr lang="en-US" altLang="en-US" sz="2000"/>
          </a:p>
          <a:p>
            <a:r>
              <a:rPr lang="en-US" altLang="en-US" sz="2000"/>
              <a:t>Instagram backend (parts)</a:t>
            </a:r>
            <a:endParaRPr lang="en-US" altLang="en-US" sz="2000"/>
          </a:p>
          <a:p>
            <a:r>
              <a:rPr lang="en-US" altLang="en-US" sz="2000"/>
              <a:t>Booking systems</a:t>
            </a:r>
            <a:endParaRPr lang="en-US" altLang="en-US" sz="2000"/>
          </a:p>
          <a:p>
            <a:r>
              <a:rPr lang="en-US" altLang="en-US" sz="2000"/>
              <a:t>Admin panels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 Bots &amp; Automation</a:t>
            </a:r>
            <a:endParaRPr lang="en-US" altLang="en-US" sz="2000"/>
          </a:p>
          <a:p>
            <a:r>
              <a:rPr lang="en-US" altLang="en-US" sz="2000"/>
              <a:t>Telegram bots</a:t>
            </a:r>
            <a:endParaRPr lang="en-US" altLang="en-US" sz="2000"/>
          </a:p>
          <a:p>
            <a:r>
              <a:rPr lang="en-US" altLang="en-US" sz="2000"/>
              <a:t>Discord bots</a:t>
            </a:r>
            <a:endParaRPr lang="en-US" altLang="en-US" sz="2000"/>
          </a:p>
          <a:p>
            <a:r>
              <a:rPr lang="en-US" altLang="en-US" sz="2000"/>
              <a:t>Auto-reply systems</a:t>
            </a:r>
            <a:endParaRPr lang="en-US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Python qayerda qo’llaniladi?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Automation</a:t>
            </a:r>
            <a:endParaRPr lang="en-US" altLang="en-US"/>
          </a:p>
          <a:p>
            <a:r>
              <a:rPr lang="en-US" altLang="en-US"/>
              <a:t>Rename files</a:t>
            </a:r>
            <a:endParaRPr lang="en-US" altLang="en-US"/>
          </a:p>
          <a:p>
            <a:r>
              <a:rPr lang="en-US" altLang="en-US"/>
              <a:t>Process Excel / CSV</a:t>
            </a:r>
            <a:endParaRPr lang="en-US" altLang="en-US"/>
          </a:p>
          <a:p>
            <a:r>
              <a:rPr lang="en-US" altLang="en-US"/>
              <a:t>Send emails</a:t>
            </a:r>
            <a:endParaRPr lang="en-US" altLang="en-US"/>
          </a:p>
          <a:p>
            <a:r>
              <a:rPr lang="en-US" altLang="en-US"/>
              <a:t>Monitor servers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Python qayerda qo’llaniladi?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Data &amp; AI (mention briefly)</a:t>
            </a:r>
            <a:endParaRPr lang="en-US" altLang="en-US"/>
          </a:p>
          <a:p>
            <a:r>
              <a:rPr lang="en-US" altLang="en-US"/>
              <a:t>Data analysis</a:t>
            </a:r>
            <a:endParaRPr lang="en-US" altLang="en-US"/>
          </a:p>
          <a:p>
            <a:r>
              <a:rPr lang="en-US" altLang="en-US"/>
              <a:t>Machine learning</a:t>
            </a:r>
            <a:endParaRPr lang="en-US" altLang="en-US"/>
          </a:p>
          <a:p>
            <a:r>
              <a:rPr lang="en-US" altLang="en-US"/>
              <a:t>AI tools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Nima uchun python?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Oqish uchun oson</a:t>
            </a:r>
            <a:endParaRPr lang="en-US" altLang="en-US"/>
          </a:p>
          <a:p>
            <a:r>
              <a:rPr lang="en-US" altLang="en-US"/>
              <a:t>Tez programma tuzish mm (oz kod,tez natija)</a:t>
            </a:r>
            <a:endParaRPr lang="en-US" altLang="en-US"/>
          </a:p>
          <a:p>
            <a:r>
              <a:rPr lang="en-US" altLang="en-US"/>
              <a:t>Katta Community(Odamlar)</a:t>
            </a:r>
            <a:endParaRPr lang="en-US" altLang="en-US"/>
          </a:p>
          <a:p>
            <a:r>
              <a:rPr lang="en-US" altLang="en-US"/>
              <a:t>Ko’plab ish beruvchilar tanlovi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Nima uchun python?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Python shunchaki dasturlash tili emas , u  hamma narsa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Env setup	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Python o’rnatish </a:t>
            </a:r>
            <a:endParaRPr lang="en-US"/>
          </a:p>
          <a:p>
            <a:r>
              <a:rPr lang="en-US" altLang="en-US">
                <a:hlinkClick r:id="rId1" tooltip="" action="ppaction://hlinkfile"/>
              </a:rPr>
              <a:t>https://www.python.org/downloads/windows</a:t>
            </a:r>
            <a:endParaRPr lang="en-US" altLang="en-US">
              <a:hlinkClick r:id="rId1" tooltip="" action="ppaction://hlinkfile"/>
            </a:endParaRPr>
          </a:p>
          <a:p>
            <a:r>
              <a:rPr lang="en-US" altLang="en-US"/>
              <a:t>Vscode </a:t>
            </a:r>
            <a:endParaRPr lang="en-US" altLang="en-US"/>
          </a:p>
          <a:p>
            <a:r>
              <a:rPr lang="en-US" altLang="en-US">
                <a:hlinkClick r:id="rId2" tooltip="" action="ppaction://hlinkfile"/>
              </a:rPr>
              <a:t>https://code.visualstudio.com/</a:t>
            </a:r>
            <a:endParaRPr lang="en-US" altLang="en-US">
              <a:hlinkClick r:id="rId2" tooltip="" action="ppaction://hlinkfile"/>
            </a:endParaRPr>
          </a:p>
          <a:p>
            <a:r>
              <a:rPr lang="en-US" altLang="en-US"/>
              <a:t>Vscode extensions ,tanishuv</a:t>
            </a:r>
            <a:endParaRPr lang="en-US" altLang="en-US"/>
          </a:p>
          <a:p>
            <a:r>
              <a:rPr lang="en-US" altLang="en-US"/>
              <a:t>Python(microsoft),Python Debugger,Jupyter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Birinchi dasturlash kontseptsiyasi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Programma nima?</a:t>
            </a:r>
            <a:endParaRPr lang="en-US"/>
          </a:p>
          <a:p>
            <a:r>
              <a:rPr lang="en-US"/>
              <a:t>print() nima?</a:t>
            </a:r>
            <a:br>
              <a:rPr lang="en-US"/>
            </a:br>
            <a:br>
              <a:rPr lang="en-US"/>
            </a:b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Birinchi dasturlash kontseptsiyasi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r>
              <a:rPr lang="en-US" altLang="en-US"/>
              <a:t>Programma nima?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Kompyuter dasturi - bu kompyuterga ma'lum bir vazifa yoki funktsiyani qanday bajarishni aytadigan dasturlash tilida yozilgan aniq, bosqichma-bosqich ko'rsatmalar to'plami.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print() nima?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print() funktsiyasi  Pythonda malumotlarni konsolga yoki standart chiqish (std out) qurilmasiga ko'rsatish uchun ishlatiladigan asosiy buyruqdir.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Stdout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Jarayon yoki dastur chiqishi uchun kompyuter operatsion tizimi tomonidan taqdim etilgan standart manzil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3315</Words>
  <Application>WPS Presentation</Application>
  <PresentationFormat>Widescreen</PresentationFormat>
  <Paragraphs>126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rakhi</dc:creator>
  <cp:lastModifiedBy>rakhi</cp:lastModifiedBy>
  <cp:revision>3</cp:revision>
  <dcterms:created xsi:type="dcterms:W3CDTF">2025-07-23T00:59:00Z</dcterms:created>
  <dcterms:modified xsi:type="dcterms:W3CDTF">2026-01-27T08:06:47Z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02940C64B87F45D38DE2B9B85016DF64_11</vt:lpwstr>
  </property>
  <property fmtid="{D5CDD505-2E9C-101B-9397-08002B2CF9AE}" pid="3" name="KSOProductBuildVer">
    <vt:lpwstr>1033-12.2.0.23196</vt:lpwstr>
  </property>
</Properties>
</file>