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71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Rakhimov Orzubek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Full stack developer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/>
              <a:t>Kirish</a:t>
            </a:r>
            <a:endParaRPr lang="en-US"/>
          </a:p>
          <a:p>
            <a:r>
              <a:rPr lang="en-US"/>
              <a:t>Web dasturlash</a:t>
            </a:r>
            <a:endParaRPr lang="en-US"/>
          </a:p>
          <a:p>
            <a:r>
              <a:rPr lang="en-US"/>
              <a:t>Frontend/backend</a:t>
            </a:r>
            <a:endParaRPr lang="en-US"/>
          </a:p>
          <a:p>
            <a:r>
              <a:rPr lang="en-US"/>
              <a:t>Backend languages</a:t>
            </a:r>
            <a:endParaRPr lang="en-US"/>
          </a:p>
          <a:p>
            <a:r>
              <a:rPr lang="en-US"/>
              <a:t>Framework (Django)</a:t>
            </a:r>
            <a:endParaRPr lang="en-US"/>
          </a:p>
          <a:p>
            <a:r>
              <a:rPr lang="en-US"/>
              <a:t>Bozor</a:t>
            </a:r>
            <a:endParaRPr lang="en-US"/>
          </a:p>
          <a:p>
            <a:r>
              <a:rPr lang="en-US"/>
              <a:t>Docker</a:t>
            </a:r>
            <a:endParaRPr lang="en-US"/>
          </a:p>
          <a:p>
            <a:r>
              <a:rPr lang="en-US"/>
              <a:t>SQL</a:t>
            </a:r>
            <a:endParaRPr lang="en-US"/>
          </a:p>
          <a:p>
            <a:r>
              <a:rPr lang="en-US"/>
              <a:t>Powerbi</a:t>
            </a:r>
            <a:endParaRPr lang="en-US"/>
          </a:p>
          <a:p>
            <a:r>
              <a:rPr lang="en-US"/>
              <a:t>Telegram bots</a:t>
            </a:r>
            <a:endParaRPr lang="en-US"/>
          </a:p>
          <a:p>
            <a:r>
              <a:rPr lang="en-US"/>
              <a:t>Proyekt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Web dasturlash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Internetda ishlaydigan dasturlar yaratish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5" name="Picture 4" descr="i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2893695"/>
            <a:ext cx="1714500" cy="1714500"/>
          </a:xfrm>
          <a:prstGeom prst="rect">
            <a:avLst/>
          </a:prstGeom>
        </p:spPr>
      </p:pic>
      <p:pic>
        <p:nvPicPr>
          <p:cNvPr id="6" name="Picture 5" descr="facebo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990" y="2893695"/>
            <a:ext cx="1613535" cy="1613535"/>
          </a:xfrm>
          <a:prstGeom prst="rect">
            <a:avLst/>
          </a:prstGeom>
        </p:spPr>
      </p:pic>
      <p:pic>
        <p:nvPicPr>
          <p:cNvPr id="7" name="Picture 6" descr="uz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240" y="2958465"/>
            <a:ext cx="1714500" cy="1714500"/>
          </a:xfrm>
          <a:prstGeom prst="rect">
            <a:avLst/>
          </a:prstGeom>
        </p:spPr>
      </p:pic>
      <p:pic>
        <p:nvPicPr>
          <p:cNvPr id="8" name="Picture 7" descr="hamk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40" y="274447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Frontend/backend</a:t>
            </a:r>
            <a:endParaRPr lang="en-US"/>
          </a:p>
        </p:txBody>
      </p:sp>
      <p:pic>
        <p:nvPicPr>
          <p:cNvPr id="4" name="Content Placeholder 3" descr="fr_bk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72230" y="1825625"/>
            <a:ext cx="44462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Backend languages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Javascript</a:t>
            </a:r>
            <a:endParaRPr lang="en-US"/>
          </a:p>
          <a:p>
            <a:r>
              <a:rPr lang="en-US"/>
              <a:t>Java</a:t>
            </a:r>
            <a:endParaRPr lang="en-US"/>
          </a:p>
          <a:p>
            <a:r>
              <a:rPr lang="en-US"/>
              <a:t>Python</a:t>
            </a:r>
            <a:endParaRPr lang="en-US"/>
          </a:p>
          <a:p>
            <a:r>
              <a:rPr lang="en-US"/>
              <a:t>PHP</a:t>
            </a:r>
            <a:endParaRPr lang="en-US"/>
          </a:p>
          <a:p>
            <a:r>
              <a:rPr lang="en-US"/>
              <a:t>Ruby</a:t>
            </a:r>
            <a:endParaRPr lang="en-US"/>
          </a:p>
          <a:p>
            <a:r>
              <a:rPr lang="en-US"/>
              <a:t>Rust</a:t>
            </a:r>
            <a:endParaRPr lang="en-US"/>
          </a:p>
          <a:p>
            <a:r>
              <a:rPr lang="en-US"/>
              <a:t>C#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Framework - </a:t>
            </a:r>
            <a:r>
              <a:rPr lang="en-US" altLang="en-US"/>
              <a:t>Tayyor kodlar to‘plami</a:t>
            </a:r>
            <a:endParaRPr lang="en-US" altLang="en-US"/>
          </a:p>
        </p:txBody>
      </p:sp>
      <p:pic>
        <p:nvPicPr>
          <p:cNvPr id="4" name="Content Placeholder 3" descr="djang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2713990" cy="1810385"/>
          </a:xfrm>
          <a:prstGeom prst="rect">
            <a:avLst/>
          </a:prstGeom>
        </p:spPr>
      </p:pic>
      <p:pic>
        <p:nvPicPr>
          <p:cNvPr id="5" name="Picture 4" descr="spring bo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70" y="1887220"/>
            <a:ext cx="1945640" cy="1748790"/>
          </a:xfrm>
          <a:prstGeom prst="rect">
            <a:avLst/>
          </a:prstGeom>
        </p:spPr>
      </p:pic>
      <p:pic>
        <p:nvPicPr>
          <p:cNvPr id="6" name="Picture 5" descr="nodej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460" y="1825625"/>
            <a:ext cx="3155315" cy="1932940"/>
          </a:xfrm>
          <a:prstGeom prst="rect">
            <a:avLst/>
          </a:prstGeom>
        </p:spPr>
      </p:pic>
      <p:pic>
        <p:nvPicPr>
          <p:cNvPr id="7" name="Picture 6" descr="Larav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" y="4271645"/>
            <a:ext cx="3028950" cy="1514475"/>
          </a:xfrm>
          <a:prstGeom prst="rect">
            <a:avLst/>
          </a:prstGeom>
        </p:spPr>
      </p:pic>
      <p:pic>
        <p:nvPicPr>
          <p:cNvPr id="8" name="Picture 7" descr="n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610" y="4150995"/>
            <a:ext cx="1635125" cy="1635125"/>
          </a:xfrm>
          <a:prstGeom prst="rect">
            <a:avLst/>
          </a:prstGeom>
        </p:spPr>
      </p:pic>
      <p:pic>
        <p:nvPicPr>
          <p:cNvPr id="9" name="Picture 8" descr="rai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0" y="4371340"/>
            <a:ext cx="348615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Framework (Django)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Tez</a:t>
            </a:r>
            <a:endParaRPr lang="en-US"/>
          </a:p>
          <a:p>
            <a:r>
              <a:rPr lang="en-US"/>
              <a:t>Xafsiz</a:t>
            </a:r>
            <a:endParaRPr lang="en-US"/>
          </a:p>
          <a:p>
            <a:r>
              <a:rPr lang="en-US"/>
              <a:t>kuchli</a:t>
            </a:r>
            <a:endParaRPr lang="en-US"/>
          </a:p>
          <a:p>
            <a:r>
              <a:rPr lang="en-US"/>
              <a:t>Ai integratsiya</a:t>
            </a:r>
            <a:endParaRPr lang="en-US"/>
          </a:p>
          <a:p>
            <a:r>
              <a:rPr lang="en-US"/>
              <a:t>Auth/Admin/ORM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Framework	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/>
              <a:t>Biznes logika:</a:t>
            </a:r>
            <a:endParaRPr lang="en-US"/>
          </a:p>
          <a:p>
            <a:pPr lvl="1"/>
            <a:r>
              <a:rPr lang="en-US"/>
              <a:t>Django - views</a:t>
            </a:r>
            <a:endParaRPr lang="en-US"/>
          </a:p>
          <a:p>
            <a:pPr lvl="1"/>
            <a:r>
              <a:rPr lang="en-US"/>
              <a:t>Laravel - controllers</a:t>
            </a:r>
            <a:endParaRPr lang="en-US"/>
          </a:p>
          <a:p>
            <a:pPr lvl="1"/>
            <a:r>
              <a:rPr lang="en-US"/>
              <a:t>Express - handlers</a:t>
            </a:r>
            <a:endParaRPr lang="en-US"/>
          </a:p>
          <a:p>
            <a:pPr lvl="1"/>
            <a:endParaRPr lang="en-US">
              <a:sym typeface="+mn-ea"/>
            </a:endParaRPr>
          </a:p>
          <a:p>
            <a:pPr marL="457200" lvl="1" indent="0">
              <a:buNone/>
            </a:pPr>
            <a:r>
              <a:rPr lang="en-US">
                <a:sym typeface="+mn-ea"/>
              </a:rPr>
              <a:t>Model:</a:t>
            </a:r>
            <a:endParaRPr lang="en-US"/>
          </a:p>
          <a:p>
            <a:pPr lvl="1"/>
            <a:r>
              <a:rPr lang="en-US"/>
              <a:t>ORM,Validatsiyalar,relations</a:t>
            </a:r>
            <a:endParaRPr lang="en-US"/>
          </a:p>
          <a:p>
            <a:pPr marL="457200" lvl="1" indent="0">
              <a:buNone/>
            </a:pPr>
            <a:r>
              <a:rPr lang="en-US"/>
              <a:t>Config:</a:t>
            </a:r>
            <a:endParaRPr lang="en-US"/>
          </a:p>
          <a:p>
            <a:pPr marL="457200" lvl="1" indent="0">
              <a:buNone/>
            </a:pPr>
            <a:r>
              <a:rPr lang="en-US"/>
              <a:t>Sozlamalar, Env o’zgaruvchilar</a:t>
            </a:r>
            <a:endParaRPr lang="en-US"/>
          </a:p>
          <a:p>
            <a:pPr marL="457200" lvl="1" indent="0">
              <a:buNone/>
            </a:pPr>
            <a:r>
              <a:rPr lang="en-US"/>
              <a:t>Middlewares:</a:t>
            </a:r>
            <a:endParaRPr lang="en-US"/>
          </a:p>
          <a:p>
            <a:pPr marL="457200" lvl="1" indent="457200">
              <a:buNone/>
            </a:pPr>
            <a:r>
              <a:rPr lang="en-US"/>
              <a:t>Biznes logikadan oldin yoki keyin ishga tushuvchi funksiya</a:t>
            </a:r>
            <a:endParaRPr lang="en-US"/>
          </a:p>
          <a:p>
            <a:pPr marL="457200" lvl="1" indent="457200">
              <a:buNone/>
            </a:pPr>
            <a:r>
              <a:rPr lang="en-US"/>
              <a:t>Auth,Logging,Pernissions</a:t>
            </a:r>
            <a:endParaRPr lang="en-US"/>
          </a:p>
          <a:p>
            <a:pPr marL="457200" lvl="1" indent="0">
              <a:buNone/>
            </a:pPr>
            <a:r>
              <a:rPr lang="en-US">
                <a:sym typeface="+mn-ea"/>
              </a:rPr>
              <a:t>Security/Utilis:</a:t>
            </a:r>
            <a:endParaRPr lang="en-US"/>
          </a:p>
          <a:p>
            <a:pPr marL="457200" lvl="1" indent="457200">
              <a:buNone/>
            </a:pPr>
            <a:r>
              <a:rPr lang="en-US">
                <a:sym typeface="+mn-ea"/>
              </a:rPr>
              <a:t>Authentication, CSRF, Validation, Error handling</a:t>
            </a:r>
            <a:endParaRPr lang="en-US"/>
          </a:p>
          <a:p>
            <a:pPr marL="457200" lvl="1" indent="457200">
              <a:buNone/>
            </a:pPr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pPr marL="914400" lvl="2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Framework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User request -&gt; Router -&gt; Middleware -&gt; Controller/View -&gt; Database/Model -&gt; Response 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Bozor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Talab katta</a:t>
            </a:r>
            <a:endParaRPr lang="en-US" altLang="en-US"/>
          </a:p>
          <a:p>
            <a:r>
              <a:rPr lang="en-US" altLang="en-US"/>
              <a:t>Masofadan ish</a:t>
            </a:r>
            <a:endParaRPr lang="en-US" altLang="en-US"/>
          </a:p>
          <a:p>
            <a:r>
              <a:rPr lang="en-US" altLang="en-US"/>
              <a:t>Freelance imkoniyatlari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Startup</a:t>
            </a:r>
            <a:endParaRPr lang="en-US" altLang="en-US"/>
          </a:p>
          <a:p>
            <a:r>
              <a:rPr lang="en-US" altLang="en-US"/>
              <a:t>Bank</a:t>
            </a:r>
            <a:endParaRPr lang="en-US" altLang="en-US"/>
          </a:p>
          <a:p>
            <a:r>
              <a:rPr lang="en-US" altLang="en-US"/>
              <a:t>E-commerce</a:t>
            </a:r>
            <a:endParaRPr lang="en-US" altLang="en-US"/>
          </a:p>
          <a:p>
            <a:r>
              <a:rPr lang="en-US" altLang="en-US"/>
              <a:t>Telegram botlar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Bozor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Jahon bozorida </a:t>
            </a:r>
            <a:endParaRPr lang="en-US"/>
          </a:p>
          <a:p>
            <a:r>
              <a:rPr lang="en-US"/>
              <a:t>70-90k/100-130k/140-180k</a:t>
            </a:r>
            <a:endParaRPr lang="en-US"/>
          </a:p>
          <a:p>
            <a:r>
              <a:rPr lang="en-US"/>
              <a:t>Uzbekistan</a:t>
            </a:r>
            <a:endParaRPr lang="en-US"/>
          </a:p>
          <a:p>
            <a:r>
              <a:rPr lang="en-US"/>
              <a:t>8-15k/18-30k/35-60k</a:t>
            </a:r>
            <a:endParaRPr lang="en-US"/>
          </a:p>
          <a:p>
            <a:endParaRPr lang="en-US"/>
          </a:p>
          <a:p>
            <a:r>
              <a:rPr lang="en-US"/>
              <a:t>Linkendln    150 000</a:t>
            </a:r>
            <a:endParaRPr lang="en-US"/>
          </a:p>
          <a:p>
            <a:r>
              <a:rPr lang="en-US"/>
              <a:t>Indeed         120 000</a:t>
            </a:r>
            <a:endParaRPr lang="en-US"/>
          </a:p>
          <a:p>
            <a:r>
              <a:rPr lang="en-US"/>
              <a:t>Glassdoor    60 000</a:t>
            </a:r>
            <a:endParaRPr lang="en-US"/>
          </a:p>
          <a:p>
            <a:r>
              <a:rPr lang="en-US"/>
              <a:t>Remote        20 000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	</a:t>
            </a:r>
            <a:endParaRPr lang="en-US"/>
          </a:p>
        </p:txBody>
      </p:sp>
      <p:pic>
        <p:nvPicPr>
          <p:cNvPr id="4" name="Content Placeholder 3" descr="docke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473440" y="1876425"/>
            <a:ext cx="2952750" cy="15525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68375" y="2138045"/>
            <a:ext cx="406400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Docker siz:</a:t>
            </a: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Bir kompyuterda ishlidi</a:t>
            </a: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Boshqasinda yo’q</a:t>
            </a: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Xa rxil kutubxona va os</a:t>
            </a:r>
            <a:endParaRPr lang="en-US" sz="2800"/>
          </a:p>
          <a:p>
            <a:pPr indent="0">
              <a:buFont typeface="Arial" panose="020B0604020202020204" pitchFamily="34" charset="0"/>
              <a:buNone/>
            </a:pPr>
            <a:r>
              <a:rPr lang="en-US" sz="2800"/>
              <a:t>Docker:</a:t>
            </a:r>
            <a:endParaRPr lang="en-US" sz="2800"/>
          </a:p>
          <a:p>
            <a:pPr indent="0">
              <a:buFont typeface="Arial" panose="020B0604020202020204" pitchFamily="34" charset="0"/>
              <a:buNone/>
            </a:pPr>
            <a:r>
              <a:rPr lang="en-US" sz="2800"/>
              <a:t> bir xil dastur sharoit</a:t>
            </a:r>
            <a:endParaRPr lang="en-US" sz="2800"/>
          </a:p>
          <a:p>
            <a:pPr indent="0">
              <a:buFont typeface="Arial" panose="020B0604020202020204" pitchFamily="34" charset="0"/>
              <a:buNone/>
            </a:pPr>
            <a:r>
              <a:rPr lang="en-US" sz="2800"/>
              <a:t> oson setup</a:t>
            </a:r>
            <a:endParaRPr lang="en-US" sz="2800"/>
          </a:p>
          <a:p>
            <a:pPr indent="0">
              <a:buFont typeface="Arial" panose="020B0604020202020204" pitchFamily="34" charset="0"/>
              <a:buNone/>
            </a:pPr>
            <a:r>
              <a:rPr lang="en-US" sz="2800"/>
              <a:t> tez deploy atish</a:t>
            </a:r>
            <a:endParaRPr 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Docker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Image</a:t>
            </a:r>
            <a:endParaRPr lang="en-US"/>
          </a:p>
          <a:p>
            <a:pPr lvl="1"/>
            <a:r>
              <a:rPr lang="en-US" sz="2400"/>
              <a:t>Blueprint</a:t>
            </a:r>
            <a:endParaRPr lang="en-US"/>
          </a:p>
          <a:p>
            <a:r>
              <a:rPr lang="en-US"/>
              <a:t>Container</a:t>
            </a:r>
            <a:endParaRPr lang="en-US"/>
          </a:p>
          <a:p>
            <a:pPr lvl="1"/>
            <a:r>
              <a:rPr lang="en-US" sz="2400"/>
              <a:t>Proekt/virtual prosses</a:t>
            </a:r>
            <a:endParaRPr lang="en-US"/>
          </a:p>
          <a:p>
            <a:r>
              <a:rPr lang="en-US"/>
              <a:t>Dockerfile</a:t>
            </a:r>
            <a:endParaRPr lang="en-US"/>
          </a:p>
          <a:p>
            <a:pPr lvl="1"/>
            <a:r>
              <a:rPr lang="en-US"/>
              <a:t>Instruksiya</a:t>
            </a:r>
            <a:endParaRPr lang="en-US"/>
          </a:p>
          <a:p>
            <a:r>
              <a:rPr lang="en-US"/>
              <a:t>Docker compose</a:t>
            </a:r>
            <a:endParaRPr lang="en-US"/>
          </a:p>
          <a:p>
            <a:pPr lvl="1"/>
            <a:r>
              <a:rPr lang="en-US"/>
              <a:t>bir nechta servislarni birgalikda harakata apkaladi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SQL-</a:t>
            </a:r>
            <a:r>
              <a:rPr lang="en-US" altLang="en-US"/>
              <a:t>Structured Query Language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Xotira</a:t>
            </a:r>
            <a:endParaRPr lang="en-US"/>
          </a:p>
          <a:p>
            <a:r>
              <a:rPr lang="en-US"/>
              <a:t>databaza bn aloqa</a:t>
            </a:r>
            <a:endParaRPr lang="en-US"/>
          </a:p>
          <a:p>
            <a:r>
              <a:rPr lang="en-US"/>
              <a:t>users,products,orders</a:t>
            </a:r>
            <a:endParaRPr lang="en-US"/>
          </a:p>
          <a:p>
            <a:r>
              <a:rPr lang="en-US"/>
              <a:t>x - data lost, no structure , no search</a:t>
            </a:r>
            <a:endParaRPr lang="en-US"/>
          </a:p>
          <a:p>
            <a:endParaRPr lang="en-US"/>
          </a:p>
          <a:p>
            <a:r>
              <a:rPr lang="en-US" altLang="en-US"/>
              <a:t>USERS</a:t>
            </a:r>
            <a:endParaRPr lang="en-US" altLang="en-US"/>
          </a:p>
          <a:p>
            <a:r>
              <a:rPr lang="en-US" altLang="en-US"/>
              <a:t>------------------------</a:t>
            </a:r>
            <a:endParaRPr lang="en-US" altLang="en-US"/>
          </a:p>
          <a:p>
            <a:r>
              <a:rPr lang="en-US" altLang="en-US"/>
              <a:t>id | name | email | age</a:t>
            </a:r>
            <a:endParaRPr lang="en-US" altLang="en-US"/>
          </a:p>
        </p:txBody>
      </p:sp>
      <p:pic>
        <p:nvPicPr>
          <p:cNvPr id="4" name="Picture 3" descr="exc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170" y="1691005"/>
            <a:ext cx="16840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Powerbi/Telegram bots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Vizuallashtirish </a:t>
            </a:r>
            <a:endParaRPr lang="en-US"/>
          </a:p>
          <a:p>
            <a:r>
              <a:rPr lang="en-US"/>
              <a:t>Tartiblash</a:t>
            </a:r>
            <a:endParaRPr lang="en-US"/>
          </a:p>
          <a:p>
            <a:r>
              <a:rPr lang="en-US"/>
              <a:t>Biznesni osonlashtirish</a:t>
            </a:r>
            <a:endParaRPr lang="en-US"/>
          </a:p>
          <a:p>
            <a:endParaRPr lang="en-US"/>
          </a:p>
          <a:p>
            <a:r>
              <a:rPr lang="en-US"/>
              <a:t>Bot</a:t>
            </a:r>
            <a:endParaRPr lang="en-US"/>
          </a:p>
          <a:p>
            <a:r>
              <a:rPr lang="en-US"/>
              <a:t>Auto xarakat qiluvchi botlar</a:t>
            </a:r>
            <a:endParaRPr lang="en-US"/>
          </a:p>
        </p:txBody>
      </p:sp>
      <p:pic>
        <p:nvPicPr>
          <p:cNvPr id="4" name="Picture 3" descr="powerb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8305" y="1111250"/>
            <a:ext cx="1714500" cy="1714500"/>
          </a:xfrm>
          <a:prstGeom prst="rect">
            <a:avLst/>
          </a:prstGeom>
        </p:spPr>
      </p:pic>
      <p:pic>
        <p:nvPicPr>
          <p:cNvPr id="5" name="Picture 4" descr="tg_b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495" y="3355975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Proyekt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6955" y="1468120"/>
            <a:ext cx="10316845" cy="51669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1563</Words>
  <Application>WPS Presentation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Rakhimov Orzubek</vt:lpstr>
      <vt:lpstr>Agenda</vt:lpstr>
      <vt:lpstr>Web dasturlash</vt:lpstr>
      <vt:lpstr>Frontend/backend</vt:lpstr>
      <vt:lpstr>Backend languages</vt:lpstr>
      <vt:lpstr>Framework - Tayyor kodlar to‘plami</vt:lpstr>
      <vt:lpstr>Framework (Django)</vt:lpstr>
      <vt:lpstr>PowerPoint 演示文稿</vt:lpstr>
      <vt:lpstr>PowerPoint 演示文稿</vt:lpstr>
      <vt:lpstr>Bozor</vt:lpstr>
      <vt:lpstr>Bozor</vt:lpstr>
      <vt:lpstr>Docker	</vt:lpstr>
      <vt:lpstr>Docker</vt:lpstr>
      <vt:lpstr>SQL-Structured Query Language</vt:lpstr>
      <vt:lpstr>Powerbi/Telegram bots</vt:lpstr>
      <vt:lpstr>Proyekt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rakhi</dc:creator>
  <cp:lastModifiedBy>rakhi</cp:lastModifiedBy>
  <cp:revision>5</cp:revision>
  <dcterms:created xsi:type="dcterms:W3CDTF">2025-07-23T00:59:00Z</dcterms:created>
  <dcterms:modified xsi:type="dcterms:W3CDTF">2026-01-10T09:23:40Z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9B653D716B4745E9B9A04E91920D583F_11</vt:lpwstr>
  </property>
  <property fmtid="{D5CDD505-2E9C-101B-9397-08002B2CF9AE}" pid="3" name="KSOProductBuildVer">
    <vt:lpwstr>1033-12.2.0.23196</vt:lpwstr>
  </property>
</Properties>
</file>